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Pricing Tiers ($/month)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Pricing Tiers ($/month)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</c:v>
                  </c:pt>
                  <c:pt idx="1">
                    <c:v>Growth</c:v>
                  </c:pt>
                  <c:pt idx="2">
                    <c:v>Starter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</c:v>
                </c:pt>
                <c:pt idx="1">
                  <c:v>69</c:v>
                </c:pt>
                <c:pt idx="2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Plan Tier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Monthly Price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our review of Taplio's market positioning and product strengths as an AI-powered LinkedIn growth platform serving over 12,000 active creators and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Taplio currently supports a substantial base of over 12,000 creators and teams, addressing the core challenge of LinkedIn consistency by compressing workflow time down to ten minutes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relying on separate writing assistants, schedulers, and CRM tools, Taplio integrates creation, scheduling, engagement, and lead connection into a single unified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innovation remains a key differentiator. The introduction of Taplio MCP V2 allows external AI assistants like Claude and ChatGPT to directly draft, find, and queue LinkedIn interactions.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Taplio's pricing structure scales cleanly from individual hobbyists and creators to professional teams, capturing multiple willingness-to-pay bands starting at $39 monthly.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_DECK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title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Taplio: The All-in-One AI Powerhouse for LinkedIn Personal Branding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the definitive AI-driven growth platform for LinkedIn [E198]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12,000 creators, teams, and founders scaling their presence [E203]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lempire with pricing starting at $39/mo [E204]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https://taplio.com/, https://taplio.com/pricing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12,000+ Creators with an All-in-One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built for creators, teams, founders, and GTM leaders [E199]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the path from idea generation to pipeline conversion [E198]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consistent personal branding in just 10 minutes a day [E203]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https://taplio.com/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Feature Suite Eliminates Fragmented Tooling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AI writing and idea generation with a viral-trained coach [E201]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Engage: Visual queueing, curated feeds, and comment starters [E201]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 Auto-connections and warm lead messaging capabilities [E201]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https://taplio.com/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and MCP V2 Innovation Drive Differentiated Reach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460089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'Ask Taplio' trained on millions of viral posts [E201]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report achieving up to 3x more reach on AI-assisted posts [E203]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MCP V2 integration enables direct engagement via Claude and ChatGPT [E202]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78135" y="1325880"/>
            <a:ext cx="6353617" cy="32095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378135" y="4535424"/>
            <a:ext cx="6353617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Multiplier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https://taplio.com/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Tiers Capture Diverse Creator and Team Segments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460089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plan begins at an accessible entry point of $39 per month [E204]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tier priced at $69 per month for scaling creators [E204]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established at $199 per month for advanced power users and teams [E204]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378135" y="1325880"/>
          <a:ext cx="6353617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https://taplio.com/pricing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Taplio Client Positioning &amp; Growth Presentation</dc:title>
  <dc:subject>PptxGenJS Presentation</dc:subject>
  <dc:creator>PptxGenJS</dc:creator>
  <cp:lastModifiedBy>PptxGenJS</cp:lastModifiedBy>
  <cp:revision>1</cp:revision>
  <dcterms:created xsi:type="dcterms:W3CDTF">2026-09-27T11:55:36Z</dcterms:created>
  <dcterms:modified xsi:type="dcterms:W3CDTF">2026-09-27T11:55:36Z</dcterms:modified>
</cp:coreProperties>
</file>